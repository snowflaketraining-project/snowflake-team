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028090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00"/>
            <a:ext cx="9144000" cy="1485900"/>
          </a:xfrm>
          <a:prstGeom prst="rect">
            <a:avLst/>
          </a:prstGeom>
          <a:solidFill>
            <a:srgbClr val="02C39A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Order-to-Cash Revenue Analytics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Use Case &amp; DBT Implementation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Use Case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188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end-to-end visibility into the Order-to-Cash lifecycle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1920240"/>
            <a:ext cx="73152" cy="3657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920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revenue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97280" y="2377440"/>
            <a:ext cx="73152" cy="3657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2377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customer behavior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0" y="2834640"/>
            <a:ext cx="73152" cy="3657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28346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payment success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97280" y="3291840"/>
            <a:ext cx="73152" cy="3657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32918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fulfillment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97280" y="3749040"/>
            <a:ext cx="73152" cy="3657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3749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revenue leakage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DBT Architecture Diagram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7315200" cy="320040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1371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DBT Architecture Flow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371600" y="2286000"/>
            <a:ext cx="1280160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46888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Data Sources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0" y="2286000"/>
            <a:ext cx="1280160" cy="1371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246888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 Layer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0" y="2286000"/>
            <a:ext cx="1280160" cy="1371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0" y="246888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 Layer (Cleaned)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0" y="2286000"/>
            <a:ext cx="1280160" cy="1371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0" y="246888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Layer (Business Ready)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0" y="2286000"/>
            <a:ext cx="1280160" cy="1371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0" y="246888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&amp; BI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Model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73152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280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Layer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16459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operational data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7315200" cy="1097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4688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 Layer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88720" y="2834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Cleaned &amp; standardized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3474720"/>
            <a:ext cx="7315200" cy="10972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57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Layer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88720" y="40233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dimensions &amp; facts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DBT Installation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9144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Command Prompt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4630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Install: pip install dbt-snowflake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201168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0116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Verify: dbt --version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256032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25603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 to project directory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310896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1089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project: dbt init my_dbt_project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DBT?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Build Tool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Transforms </a:t>
            </a:r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data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warehouse into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clean, tested, and documented tables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analytics and BI can trust.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1371600"/>
            <a:ext cx="3657600" cy="2286000"/>
          </a:xfrm>
          <a:prstGeom prst="rect">
            <a:avLst/>
          </a:prstGeom>
          <a:solidFill>
            <a:srgbClr val="FFFFFF"/>
          </a:solidFill>
          <a:ln w="381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DBT = 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303520" y="23774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Data  →  Clean Data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DBT Setup in VS Code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73152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1005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VS Code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93192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91640"/>
            <a:ext cx="73152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17830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→ Open Folder → select my_retail_dbt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393192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468880"/>
            <a:ext cx="73152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97280" y="2560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terminal (Terminal → New Terminal)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914400"/>
            <a:ext cx="393192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914400"/>
            <a:ext cx="73152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394960" y="1005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connection: dbt debug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1691640"/>
            <a:ext cx="393192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1691640"/>
            <a:ext cx="73152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394960" y="17830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all models: dbt run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54880" y="2468880"/>
            <a:ext cx="393192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2468880"/>
            <a:ext cx="73152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394960" y="2560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tables in Snowflake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DBT 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0" y="1645920"/>
            <a:ext cx="54864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2103120" y="1691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0" y="2103120"/>
            <a:ext cx="0" cy="274320"/>
          </a:xfrm>
          <a:prstGeom prst="line">
            <a:avLst/>
          </a:prstGeom>
          <a:noFill/>
          <a:ln w="38100">
            <a:solidFill>
              <a:srgbClr val="2C3E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2377440"/>
            <a:ext cx="548640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2423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(SQL)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0" y="2834640"/>
            <a:ext cx="0" cy="274320"/>
          </a:xfrm>
          <a:prstGeom prst="line">
            <a:avLst/>
          </a:prstGeom>
          <a:noFill/>
          <a:ln w="38100">
            <a:solidFill>
              <a:srgbClr val="2C3E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0" y="3108960"/>
            <a:ext cx="5486400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2103120" y="31546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&amp; Validation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0" y="3566160"/>
            <a:ext cx="0" cy="274320"/>
          </a:xfrm>
          <a:prstGeom prst="line">
            <a:avLst/>
          </a:prstGeom>
          <a:noFill/>
          <a:ln w="38100">
            <a:solidFill>
              <a:srgbClr val="2C3E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0" y="3840480"/>
            <a:ext cx="548640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2103120" y="3886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Organization of DBT Models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43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Transformations (Silver → Gold)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3931920" cy="9144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945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data definitions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3931920" cy="9144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246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31520" y="3611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checks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3931920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143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29200" y="1508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SQL logic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2057400"/>
            <a:ext cx="393192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21945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029200" y="25603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reference data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Quality &amp; Testing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71600" y="1371600"/>
            <a:ext cx="64008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1371600"/>
            <a:ext cx="91440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14630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and not null validations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2148840"/>
            <a:ext cx="6400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2148840"/>
            <a:ext cx="91440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22402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Referential integrity between facts and dimensions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71600" y="2926080"/>
            <a:ext cx="64008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2926080"/>
            <a:ext cx="91440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1645920" y="30175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checks during dbt test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371600" y="3703320"/>
            <a:ext cx="6400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3703320"/>
            <a:ext cx="91440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1645920" y="37947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Improves trust in dashboards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DBT Transformation Output in Snowflake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1188720"/>
            <a:ext cx="7315200" cy="3200400"/>
          </a:xfrm>
          <a:prstGeom prst="rect">
            <a:avLst/>
          </a:prstGeom>
          <a:solidFill>
            <a:srgbClr val="FFFFFF"/>
          </a:solidFill>
          <a:ln w="381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18288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DBT transformed raw operational data into trusted dimensional models available for business reporting in Snowflake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286000" y="3474720"/>
            <a:ext cx="4572000" cy="548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566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Data → Better Decisions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KPIs Delivered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188720"/>
            <a:ext cx="365760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737360" y="1325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Revenue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103120"/>
            <a:ext cx="365760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737360" y="2240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Customer Behavior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3017520"/>
            <a:ext cx="365760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💳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737360" y="31546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Payment Success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0" y="1188720"/>
            <a:ext cx="365760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852160" y="1325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Order Fulfillment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0" y="2103120"/>
            <a:ext cx="365760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852160" y="2240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Revenue Leakage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solidFill>
            <a:srgbClr val="FFFFFF"/>
          </a:solidFill>
          <a:ln w="381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22860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dashboards and visualizations powered by clean, tested data from DBT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0"/>
            <a:ext cx="9144000" cy="2400300"/>
          </a:xfrm>
          <a:prstGeom prst="rect">
            <a:avLst/>
          </a:prstGeom>
          <a:solidFill>
            <a:srgbClr val="028090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Order-to-Cash Revenue Analytics with DBT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Order-to-Cash Revenue Analytics</dc:title>
  <dc:subject>PptxGenJS Presentation</dc:subject>
  <dc:creator>Order-to-Cash Analytics</dc:creator>
  <cp:lastModifiedBy>Order-to-Cash Analytics</cp:lastModifiedBy>
  <cp:revision>1</cp:revision>
  <dcterms:created xsi:type="dcterms:W3CDTF">2026-02-16T12:06:04Z</dcterms:created>
  <dcterms:modified xsi:type="dcterms:W3CDTF">2026-02-16T12:06:04Z</dcterms:modified>
</cp:coreProperties>
</file>